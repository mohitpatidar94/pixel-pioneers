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ban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47472"/>
            <a:ext cx="11183112" cy="944029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5544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400" kern="0" dirty="0">
                <a:solidFill>
                  <a:srgbClr val="E87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TECHNORAZZ 2026</a:t>
            </a:r>
            <a:endParaRPr lang="en-US" sz="26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20574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HACKATHON</a:t>
            </a:r>
            <a:endParaRPr lang="en-US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2880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Hack the Gap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2011680" y="3657600"/>
            <a:ext cx="8138160" cy="512064"/>
          </a:xfrm>
          <a:prstGeom prst="roundRect">
            <a:avLst>
              <a:gd name="adj" fmla="val 14286"/>
            </a:avLst>
          </a:prstGeom>
          <a:solidFill>
            <a:srgbClr val="F3F4F9"/>
          </a:solidFill>
          <a:ln w="12700">
            <a:solidFill>
              <a:srgbClr val="C9CDE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240280" y="365760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Title: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2011680" y="4279392"/>
            <a:ext cx="8138160" cy="512064"/>
          </a:xfrm>
          <a:prstGeom prst="roundRect">
            <a:avLst>
              <a:gd name="adj" fmla="val 14286"/>
            </a:avLst>
          </a:prstGeom>
          <a:solidFill>
            <a:srgbClr val="F3F4F9"/>
          </a:solidFill>
          <a:ln w="12700">
            <a:solidFill>
              <a:srgbClr val="C9CDE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240280" y="427939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Theme: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2011680" y="4901184"/>
            <a:ext cx="8138160" cy="512064"/>
          </a:xfrm>
          <a:prstGeom prst="roundRect">
            <a:avLst>
              <a:gd name="adj" fmla="val 14286"/>
            </a:avLst>
          </a:prstGeom>
          <a:solidFill>
            <a:srgbClr val="F3F4F9"/>
          </a:solidFill>
          <a:ln w="12700">
            <a:solidFill>
              <a:srgbClr val="C9CDE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240280" y="490118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Name: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2011680" y="5522976"/>
            <a:ext cx="8138160" cy="512064"/>
          </a:xfrm>
          <a:prstGeom prst="roundRect">
            <a:avLst>
              <a:gd name="adj" fmla="val 14286"/>
            </a:avLst>
          </a:prstGeom>
          <a:solidFill>
            <a:srgbClr val="F3F4F9"/>
          </a:solidFill>
          <a:ln w="12700">
            <a:solidFill>
              <a:srgbClr val="C9CDE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240280" y="552297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Number: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ban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47472"/>
            <a:ext cx="11183112" cy="944029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85800" y="1572768"/>
            <a:ext cx="566928" cy="566928"/>
          </a:xfrm>
          <a:prstGeom prst="ellipse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685800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1463040" y="1508760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IDEA TITLE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2377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Solution: describe your idea / solution / prototype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685800" y="3017520"/>
            <a:ext cx="3520440" cy="3154680"/>
          </a:xfrm>
          <a:prstGeom prst="roundRect">
            <a:avLst>
              <a:gd name="adj" fmla="val 2899"/>
            </a:avLst>
          </a:prstGeom>
          <a:solidFill>
            <a:srgbClr val="F3F4F9"/>
          </a:solidFill>
          <a:ln w="12700">
            <a:solidFill>
              <a:srgbClr val="C9CDE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60120" y="3200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 </a:t>
            </a:r>
            <a:pPr indent="0" marL="0">
              <a:buNone/>
            </a:pPr>
            <a:r>
              <a:rPr lang="en-US" sz="20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Detailed Explanation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960120" y="3840480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Detailed explanation of the proposed solution.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480560" y="3017520"/>
            <a:ext cx="3520440" cy="3154680"/>
          </a:xfrm>
          <a:prstGeom prst="roundRect">
            <a:avLst>
              <a:gd name="adj" fmla="val 2899"/>
            </a:avLst>
          </a:prstGeom>
          <a:solidFill>
            <a:srgbClr val="F3F4F9"/>
          </a:solidFill>
          <a:ln w="12700">
            <a:solidFill>
              <a:srgbClr val="C9CDE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0" y="3200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 </a:t>
            </a:r>
            <a:pPr indent="0" marL="0">
              <a:buNone/>
            </a:pPr>
            <a:r>
              <a:rPr lang="en-US" sz="20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Addressed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754880" y="3840480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the solution addresses the problem.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275320" y="3017520"/>
            <a:ext cx="3520440" cy="3154680"/>
          </a:xfrm>
          <a:prstGeom prst="roundRect">
            <a:avLst>
              <a:gd name="adj" fmla="val 2899"/>
            </a:avLst>
          </a:prstGeom>
          <a:solidFill>
            <a:srgbClr val="F3F4F9"/>
          </a:solidFill>
          <a:ln w="12700">
            <a:solidFill>
              <a:srgbClr val="C9CDE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549640" y="3200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 </a:t>
            </a:r>
            <a:pPr indent="0" marL="0">
              <a:buNone/>
            </a:pPr>
            <a:r>
              <a:rPr lang="en-US" sz="20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Innovation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8549640" y="3840480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Innovation and uniqueness of the solution.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ban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47472"/>
            <a:ext cx="11183112" cy="944029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85800" y="1572768"/>
            <a:ext cx="566928" cy="566928"/>
          </a:xfrm>
          <a:prstGeom prst="ellipse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685800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1463040" y="1508760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3000" dirty="0"/>
          </a:p>
        </p:txBody>
      </p:sp>
      <p:sp>
        <p:nvSpPr>
          <p:cNvPr id="7" name="Shape 3"/>
          <p:cNvSpPr/>
          <p:nvPr/>
        </p:nvSpPr>
        <p:spPr>
          <a:xfrm>
            <a:off x="685800" y="2514600"/>
            <a:ext cx="5257800" cy="3657600"/>
          </a:xfrm>
          <a:prstGeom prst="roundRect">
            <a:avLst>
              <a:gd name="adj" fmla="val 2500"/>
            </a:avLst>
          </a:prstGeom>
          <a:solidFill>
            <a:srgbClr val="F3F4F9"/>
          </a:solidFill>
          <a:ln w="12700">
            <a:solidFill>
              <a:srgbClr val="C9CDE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60120" y="26974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 </a:t>
            </a:r>
            <a:pPr indent="0" marL="0">
              <a:buNone/>
            </a:pPr>
            <a:r>
              <a:rPr lang="en-US" sz="20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Technologies to be Used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960120" y="333756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Programming languages, frameworks and hardware.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217920" y="2514600"/>
            <a:ext cx="5257800" cy="3657600"/>
          </a:xfrm>
          <a:prstGeom prst="roundRect">
            <a:avLst>
              <a:gd name="adj" fmla="val 2500"/>
            </a:avLst>
          </a:prstGeom>
          <a:solidFill>
            <a:srgbClr val="F3F4F9"/>
          </a:solidFill>
          <a:ln w="12700">
            <a:solidFill>
              <a:srgbClr val="C9CDE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92240" y="26974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 </a:t>
            </a:r>
            <a:pPr indent="0" marL="0">
              <a:buNone/>
            </a:pPr>
            <a:r>
              <a:rPr lang="en-US" sz="20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333756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for implementation: flow charts, images or working prototype.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ban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47472"/>
            <a:ext cx="11183112" cy="944029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85800" y="1572768"/>
            <a:ext cx="566928" cy="566928"/>
          </a:xfrm>
          <a:prstGeom prst="ellipse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685800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1463040" y="1508760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VIABILITY</a:t>
            </a:r>
            <a:endParaRPr lang="en-US" sz="3000" dirty="0"/>
          </a:p>
        </p:txBody>
      </p:sp>
      <p:sp>
        <p:nvSpPr>
          <p:cNvPr id="7" name="Shape 3"/>
          <p:cNvSpPr/>
          <p:nvPr/>
        </p:nvSpPr>
        <p:spPr>
          <a:xfrm>
            <a:off x="685800" y="2468880"/>
            <a:ext cx="10789920" cy="1143000"/>
          </a:xfrm>
          <a:prstGeom prst="roundRect">
            <a:avLst>
              <a:gd name="adj" fmla="val 8000"/>
            </a:avLst>
          </a:prstGeom>
          <a:solidFill>
            <a:srgbClr val="F3F4F9"/>
          </a:solidFill>
          <a:ln w="12700">
            <a:solidFill>
              <a:srgbClr val="C9CDE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60120" y="26517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 </a:t>
            </a:r>
            <a:pPr indent="0" marL="0">
              <a:buNone/>
            </a:pPr>
            <a:r>
              <a:rPr lang="en-US" sz="20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960120" y="3291840"/>
            <a:ext cx="10241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85800" y="3749040"/>
            <a:ext cx="10789920" cy="1143000"/>
          </a:xfrm>
          <a:prstGeom prst="roundRect">
            <a:avLst>
              <a:gd name="adj" fmla="val 8000"/>
            </a:avLst>
          </a:prstGeom>
          <a:solidFill>
            <a:srgbClr val="F3F4F9"/>
          </a:solidFill>
          <a:ln w="12700">
            <a:solidFill>
              <a:srgbClr val="C9CDE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60120" y="39319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 </a:t>
            </a:r>
            <a:pPr indent="0" marL="0">
              <a:buNone/>
            </a:pPr>
            <a:r>
              <a:rPr lang="en-US" sz="20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Challenges and Risks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960120" y="4572000"/>
            <a:ext cx="10241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85800" y="5029200"/>
            <a:ext cx="10789920" cy="1143000"/>
          </a:xfrm>
          <a:prstGeom prst="roundRect">
            <a:avLst>
              <a:gd name="adj" fmla="val 8000"/>
            </a:avLst>
          </a:prstGeom>
          <a:solidFill>
            <a:srgbClr val="F3F4F9"/>
          </a:solidFill>
          <a:ln w="12700">
            <a:solidFill>
              <a:srgbClr val="C9CDE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60120" y="52120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 </a:t>
            </a:r>
            <a:pPr indent="0" marL="0">
              <a:buNone/>
            </a:pPr>
            <a:r>
              <a:rPr lang="en-US" sz="20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Mitigation Strategies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5852160"/>
            <a:ext cx="10241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5669280" y="2468880"/>
            <a:ext cx="5577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Analysis of the feasibility of the idea.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669280" y="3749040"/>
            <a:ext cx="5577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Potential challenges and risks.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5669280" y="5029200"/>
            <a:ext cx="5577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Strategies for overcoming these challenges.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ban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47472"/>
            <a:ext cx="11183112" cy="944029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85800" y="1572768"/>
            <a:ext cx="566928" cy="566928"/>
          </a:xfrm>
          <a:prstGeom prst="ellipse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685800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1463040" y="1508760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3000" dirty="0"/>
          </a:p>
        </p:txBody>
      </p:sp>
      <p:sp>
        <p:nvSpPr>
          <p:cNvPr id="7" name="Shape 3"/>
          <p:cNvSpPr/>
          <p:nvPr/>
        </p:nvSpPr>
        <p:spPr>
          <a:xfrm>
            <a:off x="685800" y="2514600"/>
            <a:ext cx="5257800" cy="3657600"/>
          </a:xfrm>
          <a:prstGeom prst="roundRect">
            <a:avLst>
              <a:gd name="adj" fmla="val 2500"/>
            </a:avLst>
          </a:prstGeom>
          <a:solidFill>
            <a:srgbClr val="F3F4F9"/>
          </a:solidFill>
          <a:ln w="12700">
            <a:solidFill>
              <a:srgbClr val="C9CDE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60120" y="26974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 </a:t>
            </a:r>
            <a:pPr indent="0" marL="0">
              <a:buNone/>
            </a:pPr>
            <a:r>
              <a:rPr lang="en-US" sz="20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960120" y="333756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Potential impact on the target audience.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217920" y="2514600"/>
            <a:ext cx="5257800" cy="3657600"/>
          </a:xfrm>
          <a:prstGeom prst="roundRect">
            <a:avLst>
              <a:gd name="adj" fmla="val 2500"/>
            </a:avLst>
          </a:prstGeom>
          <a:solidFill>
            <a:srgbClr val="F3F4F9"/>
          </a:solidFill>
          <a:ln w="12700">
            <a:solidFill>
              <a:srgbClr val="C9CDE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92240" y="26974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 </a:t>
            </a:r>
            <a:pPr indent="0" marL="0">
              <a:buNone/>
            </a:pPr>
            <a:r>
              <a:rPr lang="en-US" sz="20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Benefits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333756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Benefits of the solution: social, economic, environmental, etc.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ban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47472"/>
            <a:ext cx="11183112" cy="944029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85800" y="1572768"/>
            <a:ext cx="566928" cy="566928"/>
          </a:xfrm>
          <a:prstGeom prst="ellipse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685800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1463040" y="1508760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AND REFERENCES</a:t>
            </a:r>
            <a:endParaRPr lang="en-US" sz="3000" dirty="0"/>
          </a:p>
        </p:txBody>
      </p:sp>
      <p:sp>
        <p:nvSpPr>
          <p:cNvPr id="7" name="Shape 3"/>
          <p:cNvSpPr/>
          <p:nvPr/>
        </p:nvSpPr>
        <p:spPr>
          <a:xfrm>
            <a:off x="685800" y="2514600"/>
            <a:ext cx="10789920" cy="3657600"/>
          </a:xfrm>
          <a:prstGeom prst="roundRect">
            <a:avLst>
              <a:gd name="adj" fmla="val 2500"/>
            </a:avLst>
          </a:prstGeom>
          <a:solidFill>
            <a:srgbClr val="F3F4F9"/>
          </a:solidFill>
          <a:ln w="12700">
            <a:solidFill>
              <a:srgbClr val="C9CDE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60120" y="2697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 </a:t>
            </a:r>
            <a:pPr indent="0" marL="0">
              <a:buNone/>
            </a:pPr>
            <a:r>
              <a:rPr lang="en-US" sz="20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960120" y="3337560"/>
            <a:ext cx="10241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Details and links of the reference and research work.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ban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47472"/>
            <a:ext cx="11183112" cy="944029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1508760"/>
            <a:ext cx="10789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 INSTRUCTIONS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22860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Please ensure the following points are met while submitting the idea PPT: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777240" y="2871216"/>
            <a:ext cx="402336" cy="402336"/>
          </a:xfrm>
          <a:prstGeom prst="ellipse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2871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283464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Keep the maximum number of slides to six (6), including the title slide.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77240" y="3474720"/>
            <a:ext cx="402336" cy="402336"/>
          </a:xfrm>
          <a:prstGeom prst="ellipse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3474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71600" y="34381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Avoid paragraphs; present your idea in points, diagrams, infographics or pictures.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77240" y="4078224"/>
            <a:ext cx="402336" cy="402336"/>
          </a:xfrm>
          <a:prstGeom prst="ellipse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77240" y="4078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371600" y="404164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Keep your explanation precise and easy to understand.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777240" y="4681728"/>
            <a:ext cx="402336" cy="402336"/>
          </a:xfrm>
          <a:prstGeom prst="ellipse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77240" y="4681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371600" y="464515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idea should be unique and novel.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777240" y="5285232"/>
            <a:ext cx="402336" cy="402336"/>
          </a:xfrm>
          <a:prstGeom prst="ellipse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77240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1371600" y="524865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only the provided template, without changing the idea detail headings mentioned in the previous slides.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" y="5943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Note: You can delete this slide (Important Instructions) before submission.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2026-09-28T09:00:45Z</dcterms:created>
  <dcterms:modified xsi:type="dcterms:W3CDTF">2026-09-28T09:00:45Z</dcterms:modified>
</cp:coreProperties>
</file>